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029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¿Las víctimas cambian más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hábitos por miedo al delito?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11480" y="2606040"/>
            <a:ext cx="502920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834640"/>
            <a:ext cx="2697480" cy="13716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880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AP7_1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3375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de víctima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 hogar o personal)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64408" y="2834640"/>
            <a:ext cx="2697480" cy="13716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55848" y="2880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AP6_1_1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55848" y="33375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Dejó 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salir de noche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17336" y="2834640"/>
            <a:ext cx="2697480" cy="13716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08776" y="2880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AP6_3 / AP6_7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08776" y="33375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Visitar parientes 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público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4343400"/>
            <a:ext cx="832104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3434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TPer_Vic2  ·  91.182 personas  ·  Comparamos ENVIPE 2025 vs. ENVIPE 2024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hábitos: panorama general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03920" y="73152"/>
            <a:ext cx="548640" cy="5486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73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114800" cy="3886200"/>
          </a:xfrm>
          <a:prstGeom prst="rect">
            <a:avLst/>
          </a:prstGeom>
          <a:solidFill>
            <a:srgbClr val="EAF4FB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muestra (2025)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417320"/>
            <a:ext cx="4023360" cy="2651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4114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 cada 2 personas dejó de salir de noche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005840"/>
            <a:ext cx="4206240" cy="3886200"/>
          </a:xfrm>
          <a:prstGeom prst="rect">
            <a:avLst/>
          </a:prstGeom>
          <a:solidFill>
            <a:srgbClr val="EAF4FB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00600" y="10789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Víctimas vs. No víctimas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17320"/>
            <a:ext cx="4160520" cy="2651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00600" y="4114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víctimas restringen 3-4x más el transporte público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hábitos modificados y variación regional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03920" y="73152"/>
            <a:ext cx="548640" cy="5486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73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114800" cy="3886200"/>
          </a:xfrm>
          <a:prstGeom prst="rect">
            <a:avLst/>
          </a:prstGeom>
          <a:solidFill>
            <a:srgbClr val="EAF4FB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del índice (0 a 3 hábitos)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417320"/>
            <a:ext cx="4023360" cy="2651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4114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mayor índice, mayor proporción de víctimas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005840"/>
            <a:ext cx="4206240" cy="3886200"/>
          </a:xfrm>
          <a:prstGeom prst="rect">
            <a:avLst/>
          </a:prstGeom>
          <a:solidFill>
            <a:srgbClr val="EAF4FB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00600" y="10789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por región geográfica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17320"/>
            <a:ext cx="4160520" cy="2651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00600" y="4114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víctimas &gt; no víctimas se sostiene en las 8 regiones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temporal: 2024 vs. 2025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03920" y="73152"/>
            <a:ext cx="548640" cy="5486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73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114800" cy="2606040"/>
          </a:xfrm>
          <a:prstGeom prst="rect">
            <a:avLst/>
          </a:prstGeom>
          <a:solidFill>
            <a:srgbClr val="EAF4FB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078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Proporción general 2024 vs. 2025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89888"/>
            <a:ext cx="4023360" cy="21031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663440" y="1005840"/>
            <a:ext cx="4206240" cy="2606040"/>
          </a:xfrm>
          <a:prstGeom prst="rect">
            <a:avLst/>
          </a:prstGeom>
          <a:solidFill>
            <a:srgbClr val="EAF4FB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00600" y="1078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promedio por condición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89888"/>
            <a:ext cx="4069080" cy="21031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74320" y="3703320"/>
            <a:ext cx="8595360" cy="1261872"/>
          </a:xfrm>
          <a:prstGeom prst="rect">
            <a:avLst/>
          </a:prstGeom>
          <a:solidFill>
            <a:srgbClr val="EAF4FB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1148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Víctimas vs. No víctimas — 2024 y 2025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041648"/>
            <a:ext cx="850392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— P3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8686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00584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víctimas restringen significativamente más sus hábitos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3716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 dejó el transporte público vs. 15% en no víctimas. La brecha es 3-4x en movilidad y vida social.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965960"/>
            <a:ext cx="8321040" cy="8686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01168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201168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es estructural, no puntual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37744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replica en las 8 regiones del país y se mantiene estable entre 2024 y 2025.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971800"/>
            <a:ext cx="8321040" cy="8686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01752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301752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delito genera costos indirectos sobre el bienestar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38328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del daño directo, la victimización restringe la libertad de movimiento y las relaciones sociales.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977640"/>
            <a:ext cx="8321040" cy="8686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402336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402336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inseguridad aumentó entre 2024 y 2025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438912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indicadores de hábitos subieron un año respecto al otro, incluso entre no víctimas.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INEGI — ENVIPE 2024 y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ENVIPE 2025 - Pregunta 3</dc:title>
  <dc:subject>PptxGenJS Presentation</dc:subject>
  <dc:creator>PptxGenJS</dc:creator>
  <cp:lastModifiedBy>PptxGenJS</cp:lastModifiedBy>
  <cp:revision>1</cp:revision>
  <dcterms:created xsi:type="dcterms:W3CDTF">2026-04-21T18:38:04Z</dcterms:created>
  <dcterms:modified xsi:type="dcterms:W3CDTF">2026-04-21T18:38:04Z</dcterms:modified>
</cp:coreProperties>
</file>